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dirty="0">
                <a:solidFill>
                  <a:srgbClr val="F8FAFC"/>
                </a:solidFill>
                <a:latin typeface="Outfit"/>
              </a:rPr>
              <a:t>AT YOUR </a:t>
            </a:r>
            <a:r>
              <a:rPr sz="6400" b="1" dirty="0">
                <a:solidFill>
                  <a:srgbClr val="6366F1"/>
                </a:solidFill>
                <a:latin typeface="Outfit"/>
              </a:rPr>
              <a:t>SERVICE</a:t>
            </a:r>
          </a:p>
          <a:p>
            <a:pPr algn="l">
              <a:spcBef>
                <a:spcPts val="1400"/>
              </a:spcBef>
            </a:pPr>
            <a:r>
              <a:rPr sz="2200" dirty="0">
                <a:solidFill>
                  <a:srgbClr val="94A3B8"/>
                </a:solidFill>
                <a:latin typeface="Inter"/>
              </a:rPr>
              <a:t>A Next-Generation Restaurant Analytics &amp; Kitchen Operations Dashboard</a:t>
            </a:r>
          </a:p>
          <a:p>
            <a:pPr algn="l">
              <a:spcBef>
                <a:spcPts val="4000"/>
              </a:spcBef>
            </a:pPr>
            <a:r>
              <a:rPr sz="1400" i="1" dirty="0">
                <a:solidFill>
                  <a:srgbClr val="06B6D4"/>
                </a:solidFill>
                <a:latin typeface="Inter"/>
              </a:rPr>
              <a:t>Project Presentation for Academic Review | Powered by Flask, MySQL &amp; Vanilla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Problem Statement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6B6D4"/>
                </a:solidFill>
                <a:latin typeface="Outfit"/>
              </a:rPr>
              <a:t>Current Challenges in Restaurant IT: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  <a:latin typeface="Inter"/>
              </a:rPr>
              <a:t>•  Disconnected Systems:</a:t>
            </a:r>
            <a:r>
              <a:rPr sz="1500">
                <a:solidFill>
                  <a:srgbClr val="94A3B8"/>
                </a:solidFill>
                <a:latin typeface="Inter"/>
              </a:rPr>
              <a:t> Front-of-House transaction systems (POS) rarely sync dynamically with Back-of-House kitchen lines.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  <a:latin typeface="Inter"/>
              </a:rPr>
              <a:t>•  Resource Waste:</a:t>
            </a:r>
            <a:r>
              <a:rPr sz="1500">
                <a:solidFill>
                  <a:srgbClr val="94A3B8"/>
                </a:solidFill>
                <a:latin typeface="Inter"/>
              </a:rPr>
              <a:t> Inventory management and staffing are reactive due to a lack of local daily forecasting systems.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  <a:latin typeface="Inter"/>
              </a:rPr>
              <a:t>•  Rigid UI Design:</a:t>
            </a:r>
            <a:r>
              <a:rPr sz="1500">
                <a:solidFill>
                  <a:srgbClr val="94A3B8"/>
                </a:solidFill>
                <a:latin typeface="Inter"/>
              </a:rPr>
              <a:t> Traditional POS terminal user interfaces are outdated, confusing, and lack responsive modern design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366F1"/>
                </a:solidFill>
                <a:latin typeface="Outfit"/>
              </a:rPr>
              <a:t>Our Unified Solution (At Your Service):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  <a:latin typeface="Inter"/>
              </a:rPr>
              <a:t>•  Direct Operations Bridge:</a:t>
            </a:r>
            <a:r>
              <a:rPr sz="1500">
                <a:solidFill>
                  <a:srgbClr val="94A3B8"/>
                </a:solidFill>
                <a:latin typeface="Inter"/>
              </a:rPr>
              <a:t> Live sync between customer sales, an automated simulation feed, and a kitchen queue board.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  <a:latin typeface="Inter"/>
              </a:rPr>
              <a:t>•  Embedded Math Intelligence:</a:t>
            </a:r>
            <a:r>
              <a:rPr sz="1500">
                <a:solidFill>
                  <a:srgbClr val="94A3B8"/>
                </a:solidFill>
                <a:latin typeface="Inter"/>
              </a:rPr>
              <a:t> Python forecasting models that project future revenue, taking seasonality weights into account.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  <a:latin typeface="Inter"/>
              </a:rPr>
              <a:t>•  Interactive Premium UX:</a:t>
            </a:r>
            <a:r>
              <a:rPr sz="1500">
                <a:solidFill>
                  <a:srgbClr val="94A3B8"/>
                </a:solidFill>
                <a:latin typeface="Inter"/>
              </a:rPr>
              <a:t> Dark theme glassmorphism, responsive 3D card tilt gestures, and clean data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System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6B6D4"/>
                </a:solidFill>
                <a:latin typeface="Outfit"/>
              </a:rPr>
              <a:t>The Three-Tier Architecture: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Database Layer:</a:t>
            </a:r>
            <a:r>
              <a:rPr sz="1400">
                <a:solidFill>
                  <a:srgbClr val="94A3B8"/>
                </a:solidFill>
              </a:rPr>
              <a:t> MySQL Relational Server. Holds the sales table with structural indexes configured for rapid datetime filtering and status sorting.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Application Layer:</a:t>
            </a:r>
            <a:r>
              <a:rPr sz="1400">
                <a:solidFill>
                  <a:srgbClr val="94A3B8"/>
                </a:solidFill>
              </a:rPr>
              <a:t> Python Flask Server. Exposes CRUD APIs, maps dates, serves static assets, runs linear forecasting, and handles background simulator threads.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Presentation Layer:</a:t>
            </a:r>
            <a:r>
              <a:rPr sz="1400">
                <a:solidFill>
                  <a:srgbClr val="94A3B8"/>
                </a:solidFill>
              </a:rPr>
              <a:t> SPA Frontend. Styled with HSL CSS variables, utilizing Chart.js for visualization, html2pdf.js for receipts, and custom JS event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366F1"/>
                </a:solidFill>
                <a:latin typeface="Outfit"/>
              </a:rPr>
              <a:t>Lifecycle of a Transaction Order: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94A3B8"/>
                </a:solidFill>
                <a:latin typeface="Inter"/>
              </a:rPr>
              <a:t>1. Ingestion: Simulator daemon (or manual order) makes a POST request to /api/sales, writing the transaction directly to MySQL with status 'PENDING'.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94A3B8"/>
                </a:solidFill>
                <a:latin typeface="Inter"/>
              </a:rPr>
              <a:t>2. KDS Broadcast: Front-of-house KDS tab polls /api/kds, captures the pending order, groups items, and binds it to a styled card with active timers.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94A3B8"/>
                </a:solidFill>
                <a:latin typeface="Inter"/>
              </a:rPr>
              <a:t>3. Preparation Update: Kitchen staff click preparation buttons to progress tickets (Pending ➔ Preparing ➔ Ready ➔ Completed) via POST updates.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94A3B8"/>
                </a:solidFill>
                <a:latin typeface="Inter"/>
              </a:rPr>
              <a:t>4. PDF Document Compile: Client retrieves item data on-click, styles an HTML document in memory, applies 5% GST, and exports an A4 PDF receipt.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Key Features: Front of House &amp;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Interactive KPI Summary:</a:t>
            </a:r>
            <a:r>
              <a:rPr sz="1600">
                <a:solidFill>
                  <a:srgbClr val="94A3B8"/>
                </a:solidFill>
              </a:rPr>
              <a:t> Tracks Total Revenue, total orders placed, and Average Order Value (AOV) dynamically in Indian Rupees (₹).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Transaction Audit Ledger:</a:t>
            </a:r>
            <a:r>
              <a:rPr sz="1600">
                <a:solidFill>
                  <a:srgbClr val="94A3B8"/>
                </a:solidFill>
              </a:rPr>
              <a:t> A fully paginated table showing order dates, unit items, quantity multipliers, payment modes, and order types.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Client-Side PDF Receipt Compiler:</a:t>
            </a:r>
            <a:r>
              <a:rPr sz="1600">
                <a:solidFill>
                  <a:srgbClr val="94A3B8"/>
                </a:solidFill>
              </a:rPr>
              <a:t> Generates fully-styled, professional A4 PDF invoices directly in the browser using html2pdf.js, calculating 5% GST and generating automatic downloads, saving server processing power.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Real-Time Sales Simulator:</a:t>
            </a:r>
            <a:r>
              <a:rPr sz="1600">
                <a:solidFill>
                  <a:srgbClr val="94A3B8"/>
                </a:solidFill>
              </a:rPr>
              <a:t> Multi-threaded background process in Python writing mock orders every 2-5 seconds, creating live database changes.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Dynamic 3D Hover Tilt Gestures:</a:t>
            </a:r>
            <a:r>
              <a:rPr sz="1600">
                <a:solidFill>
                  <a:srgbClr val="94A3B8"/>
                </a:solidFill>
              </a:rPr>
              <a:t> Applies CSS perspective transforms and translateZ translations on KPI cards so they tilt dynamically relative to mouse movement, creating a spectacular parallax holographic effect.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Key Features: Kitchen Display System (KDS)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Live Kitchen Queue:</a:t>
            </a:r>
            <a:r>
              <a:rPr sz="1600">
                <a:solidFill>
                  <a:srgbClr val="94A3B8"/>
                </a:solidFill>
              </a:rPr>
              <a:t> Visualizes active orders on a card grid, automatically hiding completed records once served.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Visual 3D Category Headers:</a:t>
            </a:r>
            <a:r>
              <a:rPr sz="1600">
                <a:solidFill>
                  <a:srgbClr val="94A3B8"/>
                </a:solidFill>
              </a:rPr>
              <a:t> Maps category icons and 3D mockups at the top of cards (Pizza for Mains, Burger for Appetizers, Drinks for Beverages) so chefs can parse order types at a single glance.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Interactive Pipeline Controls:</a:t>
            </a:r>
            <a:r>
              <a:rPr sz="1600">
                <a:solidFill>
                  <a:srgbClr val="94A3B8"/>
                </a:solidFill>
              </a:rPr>
              <a:t> Statuses transition seamlessly (Pending ➔ Preparing ➔ Ready ➔ Completed) directly from the card footer.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Elapsed Ticket Timers:</a:t>
            </a:r>
            <a:r>
              <a:rPr sz="1600">
                <a:solidFill>
                  <a:srgbClr val="94A3B8"/>
                </a:solidFill>
              </a:rPr>
              <a:t> Displays preparation timers ticking up in real-time (ticking every 1 second) showing precisely how long an order has been active.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Critical Warnings:</a:t>
            </a:r>
            <a:r>
              <a:rPr sz="1600">
                <a:solidFill>
                  <a:srgbClr val="94A3B8"/>
                </a:solidFill>
              </a:rPr>
              <a:t> Visual alert system changes timer text to glowing red and flashes when tickets remain un-served for more than 10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Predictive Forecasting &amp; Mathematical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Additive Trend + Day-of-Week Seasonality Model:</a:t>
            </a:r>
            <a:r>
              <a:rPr sz="1400">
                <a:solidFill>
                  <a:srgbClr val="94A3B8"/>
                </a:solidFill>
              </a:rPr>
              <a:t> Pure mathematical algorithm written in standard Python, bypassing heavy ML library overheads.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Linear Regression (y = mx + b):</a:t>
            </a:r>
            <a:r>
              <a:rPr sz="1400">
                <a:solidFill>
                  <a:srgbClr val="94A3B8"/>
                </a:solidFill>
              </a:rPr>
              <a:t> Calculated dynamically over historical sales to isolate general revenue velocity and baseline direction.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Day-of-Week Seasonality Weighting:</a:t>
            </a:r>
            <a:r>
              <a:rPr sz="1400">
                <a:solidFill>
                  <a:srgbClr val="94A3B8"/>
                </a:solidFill>
              </a:rPr>
              <a:t> Computes normal weekday factor averages relative to overall averages (e.g. Sunday weights peak at 1.4x baseline, while Tuesdays sit at 0.8x).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Forecasting Equations:</a:t>
            </a:r>
            <a:r>
              <a:rPr sz="1400">
                <a:solidFill>
                  <a:srgbClr val="94A3B8"/>
                </a:solidFill>
              </a:rPr>
              <a:t>
  - Trend Projection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F8FAFC"/>
                </a:solidFill>
              </a:rPr>
              <a:t>•  Confidence Shading:</a:t>
            </a:r>
            <a:r>
              <a:rPr sz="1400">
                <a:solidFill>
                  <a:srgbClr val="94A3B8"/>
                </a:solidFill>
              </a:rPr>
              <a:t> Rendered dynamically in Chart.js with transparent line fills mapping future projection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Rebranding, Design &amp; Security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Login Security Portal:</a:t>
            </a:r>
            <a:r>
              <a:rPr sz="1600">
                <a:solidFill>
                  <a:srgbClr val="94A3B8"/>
                </a:solidFill>
              </a:rPr>
              <a:t> Full-screen entry gate restricting app container visibility. Employs localStorage session tracking.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Visual Dish Collage Background:</a:t>
            </a:r>
            <a:r>
              <a:rPr sz="1600">
                <a:solidFill>
                  <a:srgbClr val="94A3B8"/>
                </a:solidFill>
              </a:rPr>
              <a:t> Sets an octane food collage (pizza, burgers, desserts, drinks) beneath a dimming glassmorphic overlay for a highly premium aesthetic.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At Your Service Rebranding:</a:t>
            </a:r>
            <a:r>
              <a:rPr sz="1600">
                <a:solidFill>
                  <a:srgbClr val="94A3B8"/>
                </a:solidFill>
              </a:rPr>
              <a:t> Full user-facing rename (sidebar headers, title tags, PDF templates) while retaining backward database compatibility.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Custom 3D Graphics:</a:t>
            </a:r>
            <a:r>
              <a:rPr sz="1600">
                <a:solidFill>
                  <a:srgbClr val="94A3B8"/>
                </a:solidFill>
              </a:rPr>
              <a:t> Leverages 3D isometric octane renders for KDS covers and New Order modal category previews, updating automatically as users switch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6366F1"/>
                </a:solidFill>
                <a:latin typeface="Outfit"/>
              </a:rPr>
              <a:t>Technology Stack &amp; 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Backend Framework:</a:t>
            </a:r>
            <a:r>
              <a:rPr sz="1600">
                <a:solidFill>
                  <a:srgbClr val="94A3B8"/>
                </a:solidFill>
              </a:rPr>
              <a:t> Python 3.14 (with Flask micro-routing for API endpoints).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Database Engine:</a:t>
            </a:r>
            <a:r>
              <a:rPr sz="1600">
                <a:solidFill>
                  <a:srgbClr val="94A3B8"/>
                </a:solidFill>
              </a:rPr>
              <a:t> MySQL Server (local instance, port 3306, user root) managed in MySQL Workbench.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Interactive Charts:</a:t>
            </a:r>
            <a:r>
              <a:rPr sz="1600">
                <a:solidFill>
                  <a:srgbClr val="94A3B8"/>
                </a:solidFill>
              </a:rPr>
              <a:t> Chart.js (drawing linear trends, category doughnuts, hourly peak curves, and forecast confidence lines).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PDF Invoices:</a:t>
            </a:r>
            <a:r>
              <a:rPr sz="1600">
                <a:solidFill>
                  <a:srgbClr val="94A3B8"/>
                </a:solidFill>
              </a:rPr>
              <a:t> html2pdf.js (CDN bundle, compiling and rendering HTML receipt blocks to PDF on the client side).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F8FAFC"/>
                </a:solidFill>
              </a:rPr>
              <a:t>•  Aesthetic Styling:</a:t>
            </a:r>
            <a:r>
              <a:rPr sz="1600">
                <a:solidFill>
                  <a:srgbClr val="94A3B8"/>
                </a:solidFill>
              </a:rPr>
              <a:t> CSS Custom HSL variables, flexbox grid, and dark/light glassmorphism layouts.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1008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sakshbekellu28@gmail.com</cp:lastModifiedBy>
  <cp:revision>2</cp:revision>
  <dcterms:created xsi:type="dcterms:W3CDTF">2013-01-27T09:14:16Z</dcterms:created>
  <dcterms:modified xsi:type="dcterms:W3CDTF">2026-07-19T15:08:19Z</dcterms:modified>
  <cp:category/>
</cp:coreProperties>
</file>